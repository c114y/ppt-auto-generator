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47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03" d="100"/>
          <a:sy n="103" d="100"/>
        </p:scale>
        <p:origin x="11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B33977-A035-4250-8C30-B5A3039D74C2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826909-0D63-4CAC-8DCB-E4442708A5B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9999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5554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0701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0343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2754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6789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205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1412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5066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1797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3241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620975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7510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24861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66883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41615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2021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9646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4003B9-21C1-F7F9-F466-261C761658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2F0CC1F-FC9C-073D-6A9A-AEE73E1178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271216"/>
      </p:ext>
    </p:extLst>
  </p:cSld>
  <p:clrMapOvr>
    <a:masterClrMapping/>
  </p:clrMapOvr>
</p:sld>
</file>

<file path=ppt/theme/theme1.xml><?xml version="1.0" encoding="utf-8"?>
<a:theme xmlns:a="http://schemas.openxmlformats.org/drawingml/2006/main" name="水滴">
  <a:themeElements>
    <a:clrScheme name="水滴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水滴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水滴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TM04033925[[fn=水滴]]</Template>
  <TotalTime>1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Arial</vt:lpstr>
      <vt:lpstr>Tw Cen MT</vt:lpstr>
      <vt:lpstr>水滴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zhebble@163.com</dc:creator>
  <cp:lastModifiedBy>Z</cp:lastModifiedBy>
  <cp:revision>53</cp:revision>
  <dcterms:created xsi:type="dcterms:W3CDTF">2025-04-13T12:56:00Z</dcterms:created>
  <dcterms:modified xsi:type="dcterms:W3CDTF">2026-03-12T09:29:00Z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319D0C3446FD4E00B392FF362E47C046_12</vt:lpwstr>
  </property>
  <property fmtid="{D5CDD505-2E9C-101B-9397-08002B2CF9AE}" pid="3" name="KSOProductBuildVer">
    <vt:lpwstr>2052-12.1.0.23542</vt:lpwstr>
  </property>
</Properties>
</file>