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85" r:id="rId3"/>
    <p:sldId id="287" r:id="rId4"/>
    <p:sldId id="286" r:id="rId5"/>
    <p:sldId id="28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4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3" d="100"/>
          <a:sy n="103" d="100"/>
        </p:scale>
        <p:origin x="11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33977-A035-4250-8C30-B5A3039D74C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6909-0D63-4CAC-8DCB-E4442708A5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48484-E304-4861-BB34-9AF23213D1CC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5130-C1CC-4E07-B6F2-C392DCE471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2273300"/>
            <a:ext cx="12192000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1600" y="2603500"/>
            <a:ext cx="11988800" cy="923330"/>
          </a:xfrm>
          <a:prstGeom prst="rect">
            <a:avLst/>
          </a:prstGeom>
          <a:solidFill>
            <a:srgbClr val="6347B5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毕业论文答辩通用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495300" y="304800"/>
            <a:ext cx="792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495300" y="485140"/>
            <a:ext cx="12827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495300" y="665480"/>
            <a:ext cx="540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 flipH="1">
            <a:off x="10866600" y="6121400"/>
            <a:ext cx="792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flipH="1">
            <a:off x="10375900" y="6301740"/>
            <a:ext cx="12827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 flipH="1">
            <a:off x="11118600" y="6482080"/>
            <a:ext cx="540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1127878" y="4238625"/>
            <a:ext cx="993624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1016038" y="5345462"/>
            <a:ext cx="309863" cy="3098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338416" y="5300338"/>
            <a:ext cx="24334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</a:t>
            </a:r>
          </a:p>
        </p:txBody>
      </p:sp>
      <p:sp>
        <p:nvSpPr>
          <p:cNvPr id="36" name="椭圆 35"/>
          <p:cNvSpPr/>
          <p:nvPr/>
        </p:nvSpPr>
        <p:spPr>
          <a:xfrm>
            <a:off x="4568738" y="5345593"/>
            <a:ext cx="309600" cy="3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858821" y="5300338"/>
            <a:ext cx="277721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</a:t>
            </a:r>
          </a:p>
        </p:txBody>
      </p:sp>
      <p:sp>
        <p:nvSpPr>
          <p:cNvPr id="3" name="图形 26" descr="博士帽"/>
          <p:cNvSpPr/>
          <p:nvPr/>
        </p:nvSpPr>
        <p:spPr>
          <a:xfrm>
            <a:off x="1046600" y="5418577"/>
            <a:ext cx="248739" cy="163630"/>
          </a:xfrm>
          <a:custGeom>
            <a:avLst/>
            <a:gdLst>
              <a:gd name="connsiteX0" fmla="*/ 45340 w 248739"/>
              <a:gd name="connsiteY0" fmla="*/ 146026 h 163630"/>
              <a:gd name="connsiteX1" fmla="*/ 133235 w 248739"/>
              <a:gd name="connsiteY1" fmla="*/ 163631 h 163630"/>
              <a:gd name="connsiteX2" fmla="*/ 218597 w 248739"/>
              <a:gd name="connsiteY2" fmla="*/ 143493 h 163630"/>
              <a:gd name="connsiteX3" fmla="*/ 218597 w 248739"/>
              <a:gd name="connsiteY3" fmla="*/ 58005 h 163630"/>
              <a:gd name="connsiteX4" fmla="*/ 133235 w 248739"/>
              <a:gd name="connsiteY4" fmla="*/ 70544 h 163630"/>
              <a:gd name="connsiteX5" fmla="*/ 45340 w 248739"/>
              <a:gd name="connsiteY5" fmla="*/ 58005 h 163630"/>
              <a:gd name="connsiteX6" fmla="*/ 45340 w 248739"/>
              <a:gd name="connsiteY6" fmla="*/ 146026 h 163630"/>
              <a:gd name="connsiteX7" fmla="*/ 248739 w 248739"/>
              <a:gd name="connsiteY7" fmla="*/ 20137 h 163630"/>
              <a:gd name="connsiteX8" fmla="*/ 248739 w 248739"/>
              <a:gd name="connsiteY8" fmla="*/ 42807 h 163630"/>
              <a:gd name="connsiteX9" fmla="*/ 133235 w 248739"/>
              <a:gd name="connsiteY9" fmla="*/ 60539 h 163630"/>
              <a:gd name="connsiteX10" fmla="*/ 17604 w 248739"/>
              <a:gd name="connsiteY10" fmla="*/ 42807 h 163630"/>
              <a:gd name="connsiteX11" fmla="*/ 17604 w 248739"/>
              <a:gd name="connsiteY11" fmla="*/ 85615 h 163630"/>
              <a:gd name="connsiteX12" fmla="*/ 22670 w 248739"/>
              <a:gd name="connsiteY12" fmla="*/ 93214 h 163630"/>
              <a:gd name="connsiteX13" fmla="*/ 12665 w 248739"/>
              <a:gd name="connsiteY13" fmla="*/ 103219 h 163630"/>
              <a:gd name="connsiteX14" fmla="*/ 5066 w 248739"/>
              <a:gd name="connsiteY14" fmla="*/ 93214 h 163630"/>
              <a:gd name="connsiteX15" fmla="*/ 10132 w 248739"/>
              <a:gd name="connsiteY15" fmla="*/ 85615 h 163630"/>
              <a:gd name="connsiteX16" fmla="*/ 10132 w 248739"/>
              <a:gd name="connsiteY16" fmla="*/ 20137 h 163630"/>
              <a:gd name="connsiteX17" fmla="*/ 133235 w 248739"/>
              <a:gd name="connsiteY17" fmla="*/ 0 h 163630"/>
              <a:gd name="connsiteX18" fmla="*/ 248739 w 248739"/>
              <a:gd name="connsiteY18" fmla="*/ 20137 h 163630"/>
              <a:gd name="connsiteX19" fmla="*/ 20137 w 248739"/>
              <a:gd name="connsiteY19" fmla="*/ 105752 h 163630"/>
              <a:gd name="connsiteX20" fmla="*/ 7599 w 248739"/>
              <a:gd name="connsiteY20" fmla="*/ 105752 h 163630"/>
              <a:gd name="connsiteX21" fmla="*/ 0 w 248739"/>
              <a:gd name="connsiteY21" fmla="*/ 146026 h 163630"/>
              <a:gd name="connsiteX22" fmla="*/ 5066 w 248739"/>
              <a:gd name="connsiteY22" fmla="*/ 146026 h 163630"/>
              <a:gd name="connsiteX23" fmla="*/ 7599 w 248739"/>
              <a:gd name="connsiteY23" fmla="*/ 141088 h 163630"/>
              <a:gd name="connsiteX24" fmla="*/ 7599 w 248739"/>
              <a:gd name="connsiteY24" fmla="*/ 146026 h 163630"/>
              <a:gd name="connsiteX25" fmla="*/ 15071 w 248739"/>
              <a:gd name="connsiteY25" fmla="*/ 148559 h 163630"/>
              <a:gd name="connsiteX26" fmla="*/ 17604 w 248739"/>
              <a:gd name="connsiteY26" fmla="*/ 143493 h 163630"/>
              <a:gd name="connsiteX27" fmla="*/ 17604 w 248739"/>
              <a:gd name="connsiteY27" fmla="*/ 148559 h 163630"/>
              <a:gd name="connsiteX28" fmla="*/ 20137 w 248739"/>
              <a:gd name="connsiteY28" fmla="*/ 148559 h 163630"/>
              <a:gd name="connsiteX29" fmla="*/ 20137 w 248739"/>
              <a:gd name="connsiteY29" fmla="*/ 128422 h 163630"/>
              <a:gd name="connsiteX30" fmla="*/ 22670 w 248739"/>
              <a:gd name="connsiteY30" fmla="*/ 146026 h 163630"/>
              <a:gd name="connsiteX31" fmla="*/ 27736 w 248739"/>
              <a:gd name="connsiteY31" fmla="*/ 146026 h 163630"/>
              <a:gd name="connsiteX32" fmla="*/ 20137 w 248739"/>
              <a:gd name="connsiteY32" fmla="*/ 105752 h 16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8739" h="163630">
                <a:moveTo>
                  <a:pt x="45340" y="146026"/>
                </a:moveTo>
                <a:cubicBezTo>
                  <a:pt x="75483" y="146026"/>
                  <a:pt x="105626" y="151093"/>
                  <a:pt x="133235" y="163631"/>
                </a:cubicBezTo>
                <a:cubicBezTo>
                  <a:pt x="160845" y="151093"/>
                  <a:pt x="188454" y="143493"/>
                  <a:pt x="218597" y="143493"/>
                </a:cubicBezTo>
                <a:cubicBezTo>
                  <a:pt x="218597" y="58005"/>
                  <a:pt x="218597" y="58005"/>
                  <a:pt x="218597" y="58005"/>
                </a:cubicBezTo>
                <a:cubicBezTo>
                  <a:pt x="133235" y="70544"/>
                  <a:pt x="133235" y="70544"/>
                  <a:pt x="133235" y="70544"/>
                </a:cubicBezTo>
                <a:cubicBezTo>
                  <a:pt x="45340" y="58005"/>
                  <a:pt x="45340" y="58005"/>
                  <a:pt x="45340" y="58005"/>
                </a:cubicBezTo>
                <a:cubicBezTo>
                  <a:pt x="45340" y="146026"/>
                  <a:pt x="45340" y="146026"/>
                  <a:pt x="45340" y="146026"/>
                </a:cubicBezTo>
                <a:moveTo>
                  <a:pt x="248739" y="20137"/>
                </a:moveTo>
                <a:cubicBezTo>
                  <a:pt x="248739" y="42807"/>
                  <a:pt x="248739" y="42807"/>
                  <a:pt x="248739" y="42807"/>
                </a:cubicBezTo>
                <a:cubicBezTo>
                  <a:pt x="133235" y="60539"/>
                  <a:pt x="133235" y="60539"/>
                  <a:pt x="133235" y="60539"/>
                </a:cubicBezTo>
                <a:cubicBezTo>
                  <a:pt x="17604" y="42807"/>
                  <a:pt x="17604" y="42807"/>
                  <a:pt x="17604" y="42807"/>
                </a:cubicBezTo>
                <a:cubicBezTo>
                  <a:pt x="17604" y="85615"/>
                  <a:pt x="17604" y="85615"/>
                  <a:pt x="17604" y="85615"/>
                </a:cubicBezTo>
                <a:cubicBezTo>
                  <a:pt x="20137" y="88148"/>
                  <a:pt x="22670" y="90681"/>
                  <a:pt x="22670" y="93214"/>
                </a:cubicBezTo>
                <a:cubicBezTo>
                  <a:pt x="22670" y="98280"/>
                  <a:pt x="17604" y="103219"/>
                  <a:pt x="12665" y="103219"/>
                </a:cubicBezTo>
                <a:cubicBezTo>
                  <a:pt x="10132" y="103219"/>
                  <a:pt x="5066" y="98280"/>
                  <a:pt x="5066" y="93214"/>
                </a:cubicBezTo>
                <a:cubicBezTo>
                  <a:pt x="5066" y="90681"/>
                  <a:pt x="7599" y="88148"/>
                  <a:pt x="10132" y="85615"/>
                </a:cubicBezTo>
                <a:cubicBezTo>
                  <a:pt x="10132" y="62945"/>
                  <a:pt x="10132" y="42807"/>
                  <a:pt x="10132" y="20137"/>
                </a:cubicBezTo>
                <a:cubicBezTo>
                  <a:pt x="133235" y="0"/>
                  <a:pt x="133235" y="0"/>
                  <a:pt x="133235" y="0"/>
                </a:cubicBezTo>
                <a:cubicBezTo>
                  <a:pt x="248739" y="20137"/>
                  <a:pt x="248739" y="20137"/>
                  <a:pt x="248739" y="20137"/>
                </a:cubicBezTo>
                <a:moveTo>
                  <a:pt x="20137" y="105752"/>
                </a:moveTo>
                <a:cubicBezTo>
                  <a:pt x="15071" y="108285"/>
                  <a:pt x="12665" y="108285"/>
                  <a:pt x="7599" y="105752"/>
                </a:cubicBezTo>
                <a:cubicBezTo>
                  <a:pt x="5066" y="118417"/>
                  <a:pt x="2533" y="130955"/>
                  <a:pt x="0" y="146026"/>
                </a:cubicBezTo>
                <a:cubicBezTo>
                  <a:pt x="2533" y="146026"/>
                  <a:pt x="5066" y="146026"/>
                  <a:pt x="5066" y="146026"/>
                </a:cubicBezTo>
                <a:cubicBezTo>
                  <a:pt x="7599" y="141088"/>
                  <a:pt x="7599" y="141088"/>
                  <a:pt x="7599" y="141088"/>
                </a:cubicBezTo>
                <a:cubicBezTo>
                  <a:pt x="7599" y="146026"/>
                  <a:pt x="7599" y="146026"/>
                  <a:pt x="7599" y="146026"/>
                </a:cubicBezTo>
                <a:cubicBezTo>
                  <a:pt x="10132" y="148559"/>
                  <a:pt x="12665" y="148559"/>
                  <a:pt x="15071" y="148559"/>
                </a:cubicBezTo>
                <a:cubicBezTo>
                  <a:pt x="17604" y="143493"/>
                  <a:pt x="17604" y="143493"/>
                  <a:pt x="17604" y="143493"/>
                </a:cubicBezTo>
                <a:cubicBezTo>
                  <a:pt x="17604" y="148559"/>
                  <a:pt x="17604" y="148559"/>
                  <a:pt x="17604" y="148559"/>
                </a:cubicBezTo>
                <a:lnTo>
                  <a:pt x="20137" y="148559"/>
                </a:lnTo>
                <a:cubicBezTo>
                  <a:pt x="20137" y="128422"/>
                  <a:pt x="20137" y="128422"/>
                  <a:pt x="20137" y="128422"/>
                </a:cubicBezTo>
                <a:cubicBezTo>
                  <a:pt x="22670" y="146026"/>
                  <a:pt x="22670" y="146026"/>
                  <a:pt x="22670" y="146026"/>
                </a:cubicBezTo>
                <a:cubicBezTo>
                  <a:pt x="25203" y="146026"/>
                  <a:pt x="25203" y="146026"/>
                  <a:pt x="27736" y="146026"/>
                </a:cubicBezTo>
                <a:cubicBezTo>
                  <a:pt x="25203" y="130955"/>
                  <a:pt x="22670" y="118417"/>
                  <a:pt x="20137" y="105752"/>
                </a:cubicBezTo>
              </a:path>
            </a:pathLst>
          </a:custGeom>
          <a:solidFill>
            <a:schemeClr val="bg1"/>
          </a:solidFill>
          <a:ln w="96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" name="图形 28" descr="授课技能"/>
          <p:cNvSpPr/>
          <p:nvPr/>
        </p:nvSpPr>
        <p:spPr>
          <a:xfrm>
            <a:off x="4632198" y="5409053"/>
            <a:ext cx="182680" cy="182680"/>
          </a:xfrm>
          <a:custGeom>
            <a:avLst/>
            <a:gdLst>
              <a:gd name="connsiteX0" fmla="*/ 155815 w 182680"/>
              <a:gd name="connsiteY0" fmla="*/ 0 h 182680"/>
              <a:gd name="connsiteX1" fmla="*/ 26864 w 182680"/>
              <a:gd name="connsiteY1" fmla="*/ 0 h 182680"/>
              <a:gd name="connsiteX2" fmla="*/ 0 w 182680"/>
              <a:gd name="connsiteY2" fmla="*/ 26864 h 182680"/>
              <a:gd name="connsiteX3" fmla="*/ 0 w 182680"/>
              <a:gd name="connsiteY3" fmla="*/ 155815 h 182680"/>
              <a:gd name="connsiteX4" fmla="*/ 26864 w 182680"/>
              <a:gd name="connsiteY4" fmla="*/ 182680 h 182680"/>
              <a:gd name="connsiteX5" fmla="*/ 155815 w 182680"/>
              <a:gd name="connsiteY5" fmla="*/ 182680 h 182680"/>
              <a:gd name="connsiteX6" fmla="*/ 182680 w 182680"/>
              <a:gd name="connsiteY6" fmla="*/ 155815 h 182680"/>
              <a:gd name="connsiteX7" fmla="*/ 182680 w 182680"/>
              <a:gd name="connsiteY7" fmla="*/ 26864 h 182680"/>
              <a:gd name="connsiteX8" fmla="*/ 155815 w 182680"/>
              <a:gd name="connsiteY8" fmla="*/ 0 h 182680"/>
              <a:gd name="connsiteX9" fmla="*/ 91877 w 182680"/>
              <a:gd name="connsiteY9" fmla="*/ 25253 h 182680"/>
              <a:gd name="connsiteX10" fmla="*/ 107459 w 182680"/>
              <a:gd name="connsiteY10" fmla="*/ 40834 h 182680"/>
              <a:gd name="connsiteX11" fmla="*/ 91877 w 182680"/>
              <a:gd name="connsiteY11" fmla="*/ 56416 h 182680"/>
              <a:gd name="connsiteX12" fmla="*/ 76295 w 182680"/>
              <a:gd name="connsiteY12" fmla="*/ 40834 h 182680"/>
              <a:gd name="connsiteX13" fmla="*/ 91877 w 182680"/>
              <a:gd name="connsiteY13" fmla="*/ 25253 h 182680"/>
              <a:gd name="connsiteX14" fmla="*/ 95639 w 182680"/>
              <a:gd name="connsiteY14" fmla="*/ 61789 h 182680"/>
              <a:gd name="connsiteX15" fmla="*/ 93489 w 182680"/>
              <a:gd name="connsiteY15" fmla="*/ 66087 h 182680"/>
              <a:gd name="connsiteX16" fmla="*/ 91340 w 182680"/>
              <a:gd name="connsiteY16" fmla="*/ 66087 h 182680"/>
              <a:gd name="connsiteX17" fmla="*/ 89191 w 182680"/>
              <a:gd name="connsiteY17" fmla="*/ 66087 h 182680"/>
              <a:gd name="connsiteX18" fmla="*/ 87041 w 182680"/>
              <a:gd name="connsiteY18" fmla="*/ 61789 h 182680"/>
              <a:gd name="connsiteX19" fmla="*/ 91340 w 182680"/>
              <a:gd name="connsiteY19" fmla="*/ 59640 h 182680"/>
              <a:gd name="connsiteX20" fmla="*/ 95639 w 182680"/>
              <a:gd name="connsiteY20" fmla="*/ 61789 h 182680"/>
              <a:gd name="connsiteX21" fmla="*/ 60177 w 182680"/>
              <a:gd name="connsiteY21" fmla="*/ 70923 h 182680"/>
              <a:gd name="connsiteX22" fmla="*/ 68237 w 182680"/>
              <a:gd name="connsiteY22" fmla="*/ 63401 h 182680"/>
              <a:gd name="connsiteX23" fmla="*/ 82743 w 182680"/>
              <a:gd name="connsiteY23" fmla="*/ 61789 h 182680"/>
              <a:gd name="connsiteX24" fmla="*/ 87041 w 182680"/>
              <a:gd name="connsiteY24" fmla="*/ 77908 h 182680"/>
              <a:gd name="connsiteX25" fmla="*/ 89191 w 182680"/>
              <a:gd name="connsiteY25" fmla="*/ 68774 h 182680"/>
              <a:gd name="connsiteX26" fmla="*/ 93489 w 182680"/>
              <a:gd name="connsiteY26" fmla="*/ 68774 h 182680"/>
              <a:gd name="connsiteX27" fmla="*/ 95639 w 182680"/>
              <a:gd name="connsiteY27" fmla="*/ 77908 h 182680"/>
              <a:gd name="connsiteX28" fmla="*/ 99937 w 182680"/>
              <a:gd name="connsiteY28" fmla="*/ 61789 h 182680"/>
              <a:gd name="connsiteX29" fmla="*/ 114981 w 182680"/>
              <a:gd name="connsiteY29" fmla="*/ 63401 h 182680"/>
              <a:gd name="connsiteX30" fmla="*/ 123041 w 182680"/>
              <a:gd name="connsiteY30" fmla="*/ 70923 h 182680"/>
              <a:gd name="connsiteX31" fmla="*/ 125189 w 182680"/>
              <a:gd name="connsiteY31" fmla="*/ 84892 h 182680"/>
              <a:gd name="connsiteX32" fmla="*/ 56954 w 182680"/>
              <a:gd name="connsiteY32" fmla="*/ 84892 h 182680"/>
              <a:gd name="connsiteX33" fmla="*/ 60177 w 182680"/>
              <a:gd name="connsiteY33" fmla="*/ 70923 h 182680"/>
              <a:gd name="connsiteX34" fmla="*/ 106576 w 182680"/>
              <a:gd name="connsiteY34" fmla="*/ 157428 h 182680"/>
              <a:gd name="connsiteX35" fmla="*/ 75669 w 182680"/>
              <a:gd name="connsiteY35" fmla="*/ 157428 h 182680"/>
              <a:gd name="connsiteX36" fmla="*/ 67416 w 182680"/>
              <a:gd name="connsiteY36" fmla="*/ 150041 h 182680"/>
              <a:gd name="connsiteX37" fmla="*/ 63938 w 182680"/>
              <a:gd name="connsiteY37" fmla="*/ 118742 h 182680"/>
              <a:gd name="connsiteX38" fmla="*/ 118742 w 182680"/>
              <a:gd name="connsiteY38" fmla="*/ 118742 h 182680"/>
              <a:gd name="connsiteX39" fmla="*/ 114815 w 182680"/>
              <a:gd name="connsiteY39" fmla="*/ 150154 h 182680"/>
              <a:gd name="connsiteX40" fmla="*/ 106576 w 182680"/>
              <a:gd name="connsiteY40" fmla="*/ 157428 h 182680"/>
              <a:gd name="connsiteX41" fmla="*/ 131099 w 182680"/>
              <a:gd name="connsiteY41" fmla="*/ 106385 h 182680"/>
              <a:gd name="connsiteX42" fmla="*/ 123041 w 182680"/>
              <a:gd name="connsiteY42" fmla="*/ 113906 h 182680"/>
              <a:gd name="connsiteX43" fmla="*/ 59640 w 182680"/>
              <a:gd name="connsiteY43" fmla="*/ 113906 h 182680"/>
              <a:gd name="connsiteX44" fmla="*/ 51580 w 182680"/>
              <a:gd name="connsiteY44" fmla="*/ 106385 h 182680"/>
              <a:gd name="connsiteX45" fmla="*/ 50506 w 182680"/>
              <a:gd name="connsiteY45" fmla="*/ 95639 h 182680"/>
              <a:gd name="connsiteX46" fmla="*/ 54804 w 182680"/>
              <a:gd name="connsiteY46" fmla="*/ 91340 h 182680"/>
              <a:gd name="connsiteX47" fmla="*/ 127339 w 182680"/>
              <a:gd name="connsiteY47" fmla="*/ 91340 h 182680"/>
              <a:gd name="connsiteX48" fmla="*/ 131637 w 182680"/>
              <a:gd name="connsiteY48" fmla="*/ 95639 h 182680"/>
              <a:gd name="connsiteX49" fmla="*/ 131099 w 182680"/>
              <a:gd name="connsiteY49" fmla="*/ 106385 h 18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82680" h="182680">
                <a:moveTo>
                  <a:pt x="155815" y="0"/>
                </a:moveTo>
                <a:lnTo>
                  <a:pt x="26864" y="0"/>
                </a:lnTo>
                <a:cubicBezTo>
                  <a:pt x="11820" y="0"/>
                  <a:pt x="0" y="11820"/>
                  <a:pt x="0" y="26864"/>
                </a:cubicBezTo>
                <a:lnTo>
                  <a:pt x="0" y="155815"/>
                </a:lnTo>
                <a:cubicBezTo>
                  <a:pt x="0" y="170859"/>
                  <a:pt x="11820" y="182680"/>
                  <a:pt x="26864" y="182680"/>
                </a:cubicBezTo>
                <a:lnTo>
                  <a:pt x="155815" y="182680"/>
                </a:lnTo>
                <a:cubicBezTo>
                  <a:pt x="170859" y="182680"/>
                  <a:pt x="182680" y="170859"/>
                  <a:pt x="182680" y="155815"/>
                </a:cubicBezTo>
                <a:lnTo>
                  <a:pt x="182680" y="26864"/>
                </a:lnTo>
                <a:cubicBezTo>
                  <a:pt x="182680" y="11820"/>
                  <a:pt x="170859" y="0"/>
                  <a:pt x="155815" y="0"/>
                </a:cubicBezTo>
                <a:moveTo>
                  <a:pt x="91877" y="25253"/>
                </a:moveTo>
                <a:cubicBezTo>
                  <a:pt x="100475" y="25253"/>
                  <a:pt x="107459" y="32237"/>
                  <a:pt x="107459" y="40834"/>
                </a:cubicBezTo>
                <a:cubicBezTo>
                  <a:pt x="107459" y="49431"/>
                  <a:pt x="100475" y="56416"/>
                  <a:pt x="91877" y="56416"/>
                </a:cubicBezTo>
                <a:cubicBezTo>
                  <a:pt x="83281" y="56416"/>
                  <a:pt x="76295" y="49431"/>
                  <a:pt x="76295" y="40834"/>
                </a:cubicBezTo>
                <a:cubicBezTo>
                  <a:pt x="76295" y="32237"/>
                  <a:pt x="83281" y="25253"/>
                  <a:pt x="91877" y="25253"/>
                </a:cubicBezTo>
                <a:moveTo>
                  <a:pt x="95639" y="61789"/>
                </a:moveTo>
                <a:cubicBezTo>
                  <a:pt x="95639" y="63401"/>
                  <a:pt x="94027" y="65550"/>
                  <a:pt x="93489" y="66087"/>
                </a:cubicBezTo>
                <a:cubicBezTo>
                  <a:pt x="92952" y="66624"/>
                  <a:pt x="92415" y="66087"/>
                  <a:pt x="91340" y="66087"/>
                </a:cubicBezTo>
                <a:cubicBezTo>
                  <a:pt x="90265" y="66087"/>
                  <a:pt x="89728" y="66624"/>
                  <a:pt x="89191" y="66087"/>
                </a:cubicBezTo>
                <a:cubicBezTo>
                  <a:pt x="88654" y="65550"/>
                  <a:pt x="87041" y="62863"/>
                  <a:pt x="87041" y="61789"/>
                </a:cubicBezTo>
                <a:cubicBezTo>
                  <a:pt x="87041" y="60177"/>
                  <a:pt x="89728" y="59640"/>
                  <a:pt x="91340" y="59640"/>
                </a:cubicBezTo>
                <a:cubicBezTo>
                  <a:pt x="92952" y="59640"/>
                  <a:pt x="95639" y="60177"/>
                  <a:pt x="95639" y="61789"/>
                </a:cubicBezTo>
                <a:moveTo>
                  <a:pt x="60177" y="70923"/>
                </a:moveTo>
                <a:cubicBezTo>
                  <a:pt x="61251" y="67162"/>
                  <a:pt x="63938" y="64475"/>
                  <a:pt x="68237" y="63401"/>
                </a:cubicBezTo>
                <a:lnTo>
                  <a:pt x="82743" y="61789"/>
                </a:lnTo>
                <a:lnTo>
                  <a:pt x="87041" y="77908"/>
                </a:lnTo>
                <a:lnTo>
                  <a:pt x="89191" y="68774"/>
                </a:lnTo>
                <a:lnTo>
                  <a:pt x="93489" y="68774"/>
                </a:lnTo>
                <a:lnTo>
                  <a:pt x="95639" y="77908"/>
                </a:lnTo>
                <a:lnTo>
                  <a:pt x="99937" y="61789"/>
                </a:lnTo>
                <a:lnTo>
                  <a:pt x="114981" y="63401"/>
                </a:lnTo>
                <a:cubicBezTo>
                  <a:pt x="118742" y="63938"/>
                  <a:pt x="121966" y="66624"/>
                  <a:pt x="123041" y="70923"/>
                </a:cubicBezTo>
                <a:lnTo>
                  <a:pt x="125189" y="84892"/>
                </a:lnTo>
                <a:lnTo>
                  <a:pt x="56954" y="84892"/>
                </a:lnTo>
                <a:lnTo>
                  <a:pt x="60177" y="70923"/>
                </a:lnTo>
                <a:moveTo>
                  <a:pt x="106576" y="157428"/>
                </a:moveTo>
                <a:lnTo>
                  <a:pt x="75669" y="157428"/>
                </a:lnTo>
                <a:cubicBezTo>
                  <a:pt x="71438" y="157428"/>
                  <a:pt x="67883" y="154247"/>
                  <a:pt x="67416" y="150041"/>
                </a:cubicBezTo>
                <a:lnTo>
                  <a:pt x="63938" y="118742"/>
                </a:lnTo>
                <a:lnTo>
                  <a:pt x="118742" y="118742"/>
                </a:lnTo>
                <a:lnTo>
                  <a:pt x="114815" y="150154"/>
                </a:lnTo>
                <a:cubicBezTo>
                  <a:pt x="114296" y="154310"/>
                  <a:pt x="110763" y="157428"/>
                  <a:pt x="106576" y="157428"/>
                </a:cubicBezTo>
                <a:moveTo>
                  <a:pt x="131099" y="106385"/>
                </a:moveTo>
                <a:cubicBezTo>
                  <a:pt x="130563" y="110145"/>
                  <a:pt x="126802" y="113906"/>
                  <a:pt x="123041" y="113906"/>
                </a:cubicBezTo>
                <a:lnTo>
                  <a:pt x="59640" y="113906"/>
                </a:lnTo>
                <a:cubicBezTo>
                  <a:pt x="55878" y="113906"/>
                  <a:pt x="52118" y="110145"/>
                  <a:pt x="51580" y="106385"/>
                </a:cubicBezTo>
                <a:lnTo>
                  <a:pt x="50506" y="95639"/>
                </a:lnTo>
                <a:cubicBezTo>
                  <a:pt x="50506" y="93489"/>
                  <a:pt x="52655" y="91340"/>
                  <a:pt x="54804" y="91340"/>
                </a:cubicBezTo>
                <a:lnTo>
                  <a:pt x="127339" y="91340"/>
                </a:lnTo>
                <a:cubicBezTo>
                  <a:pt x="129488" y="91340"/>
                  <a:pt x="132175" y="93489"/>
                  <a:pt x="131637" y="95639"/>
                </a:cubicBezTo>
                <a:lnTo>
                  <a:pt x="131099" y="106385"/>
                </a:lnTo>
              </a:path>
            </a:pathLst>
          </a:custGeom>
          <a:solidFill>
            <a:schemeClr val="bg1"/>
          </a:solidFill>
          <a:ln w="70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梯形 8"/>
          <p:cNvSpPr/>
          <p:nvPr/>
        </p:nvSpPr>
        <p:spPr>
          <a:xfrm rot="5400000">
            <a:off x="-1501141" y="2162176"/>
            <a:ext cx="5535930" cy="2533649"/>
          </a:xfrm>
          <a:prstGeom prst="trapezoid">
            <a:avLst/>
          </a:prstGeom>
          <a:solidFill>
            <a:srgbClr val="634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051154" y="2783473"/>
            <a:ext cx="4740984" cy="1094002"/>
          </a:xfrm>
          <a:prstGeom prst="rect">
            <a:avLst/>
          </a:prstGeom>
          <a:solidFill>
            <a:srgbClr val="634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281646" y="2222480"/>
            <a:ext cx="2946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10711" y="2853421"/>
            <a:ext cx="4119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研究背景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 flipH="1">
            <a:off x="10375900" y="6121400"/>
            <a:ext cx="1282700" cy="421640"/>
            <a:chOff x="495300" y="304800"/>
            <a:chExt cx="1282700" cy="421640"/>
          </a:xfrm>
          <a:solidFill>
            <a:srgbClr val="6347B5"/>
          </a:solidFill>
        </p:grpSpPr>
        <p:sp>
          <p:nvSpPr>
            <p:cNvPr id="23" name="矩形: 圆角 22"/>
            <p:cNvSpPr/>
            <p:nvPr/>
          </p:nvSpPr>
          <p:spPr>
            <a:xfrm>
              <a:off x="495300" y="304800"/>
              <a:ext cx="792000" cy="609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/>
            <p:cNvSpPr/>
            <p:nvPr/>
          </p:nvSpPr>
          <p:spPr>
            <a:xfrm>
              <a:off x="495300" y="485140"/>
              <a:ext cx="1282700" cy="609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495300" y="665480"/>
              <a:ext cx="540000" cy="609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42925" y="165735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225425" y="162560"/>
            <a:ext cx="7686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</a:p>
        </p:txBody>
      </p:sp>
      <p:sp>
        <p:nvSpPr>
          <p:cNvPr id="15" name="矩形 14"/>
          <p:cNvSpPr/>
          <p:nvPr/>
        </p:nvSpPr>
        <p:spPr>
          <a:xfrm flipV="1">
            <a:off x="289560" y="771525"/>
            <a:ext cx="11423650" cy="76200"/>
          </a:xfrm>
          <a:prstGeom prst="rect">
            <a:avLst/>
          </a:prstGeom>
          <a:solidFill>
            <a:srgbClr val="6347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2273300"/>
            <a:ext cx="12192000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1600" y="2603500"/>
            <a:ext cx="1198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95300" y="304800"/>
            <a:ext cx="792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495300" y="485140"/>
            <a:ext cx="12827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495300" y="665480"/>
            <a:ext cx="540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 flipH="1">
            <a:off x="10866600" y="6121400"/>
            <a:ext cx="792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flipH="1">
            <a:off x="10375900" y="6301740"/>
            <a:ext cx="12827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 flipH="1">
            <a:off x="11118600" y="6482080"/>
            <a:ext cx="540000" cy="609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1127878" y="4238625"/>
            <a:ext cx="993624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1016038" y="5345462"/>
            <a:ext cx="309863" cy="3098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338416" y="5300338"/>
            <a:ext cx="24334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</a:t>
            </a:r>
          </a:p>
        </p:txBody>
      </p:sp>
      <p:sp>
        <p:nvSpPr>
          <p:cNvPr id="36" name="椭圆 35"/>
          <p:cNvSpPr/>
          <p:nvPr/>
        </p:nvSpPr>
        <p:spPr>
          <a:xfrm>
            <a:off x="4568738" y="5345593"/>
            <a:ext cx="309600" cy="3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858821" y="5300338"/>
            <a:ext cx="260416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</a:t>
            </a:r>
          </a:p>
        </p:txBody>
      </p:sp>
      <p:sp>
        <p:nvSpPr>
          <p:cNvPr id="2" name="图形 26" descr="博士帽"/>
          <p:cNvSpPr/>
          <p:nvPr/>
        </p:nvSpPr>
        <p:spPr>
          <a:xfrm>
            <a:off x="1046600" y="5418577"/>
            <a:ext cx="248739" cy="163630"/>
          </a:xfrm>
          <a:custGeom>
            <a:avLst/>
            <a:gdLst>
              <a:gd name="connsiteX0" fmla="*/ 45340 w 248739"/>
              <a:gd name="connsiteY0" fmla="*/ 146026 h 163630"/>
              <a:gd name="connsiteX1" fmla="*/ 133235 w 248739"/>
              <a:gd name="connsiteY1" fmla="*/ 163631 h 163630"/>
              <a:gd name="connsiteX2" fmla="*/ 218597 w 248739"/>
              <a:gd name="connsiteY2" fmla="*/ 143493 h 163630"/>
              <a:gd name="connsiteX3" fmla="*/ 218597 w 248739"/>
              <a:gd name="connsiteY3" fmla="*/ 58005 h 163630"/>
              <a:gd name="connsiteX4" fmla="*/ 133235 w 248739"/>
              <a:gd name="connsiteY4" fmla="*/ 70544 h 163630"/>
              <a:gd name="connsiteX5" fmla="*/ 45340 w 248739"/>
              <a:gd name="connsiteY5" fmla="*/ 58005 h 163630"/>
              <a:gd name="connsiteX6" fmla="*/ 45340 w 248739"/>
              <a:gd name="connsiteY6" fmla="*/ 146026 h 163630"/>
              <a:gd name="connsiteX7" fmla="*/ 248739 w 248739"/>
              <a:gd name="connsiteY7" fmla="*/ 20137 h 163630"/>
              <a:gd name="connsiteX8" fmla="*/ 248739 w 248739"/>
              <a:gd name="connsiteY8" fmla="*/ 42807 h 163630"/>
              <a:gd name="connsiteX9" fmla="*/ 133235 w 248739"/>
              <a:gd name="connsiteY9" fmla="*/ 60539 h 163630"/>
              <a:gd name="connsiteX10" fmla="*/ 17604 w 248739"/>
              <a:gd name="connsiteY10" fmla="*/ 42807 h 163630"/>
              <a:gd name="connsiteX11" fmla="*/ 17604 w 248739"/>
              <a:gd name="connsiteY11" fmla="*/ 85615 h 163630"/>
              <a:gd name="connsiteX12" fmla="*/ 22670 w 248739"/>
              <a:gd name="connsiteY12" fmla="*/ 93214 h 163630"/>
              <a:gd name="connsiteX13" fmla="*/ 12665 w 248739"/>
              <a:gd name="connsiteY13" fmla="*/ 103219 h 163630"/>
              <a:gd name="connsiteX14" fmla="*/ 5066 w 248739"/>
              <a:gd name="connsiteY14" fmla="*/ 93214 h 163630"/>
              <a:gd name="connsiteX15" fmla="*/ 10132 w 248739"/>
              <a:gd name="connsiteY15" fmla="*/ 85615 h 163630"/>
              <a:gd name="connsiteX16" fmla="*/ 10132 w 248739"/>
              <a:gd name="connsiteY16" fmla="*/ 20137 h 163630"/>
              <a:gd name="connsiteX17" fmla="*/ 133235 w 248739"/>
              <a:gd name="connsiteY17" fmla="*/ 0 h 163630"/>
              <a:gd name="connsiteX18" fmla="*/ 248739 w 248739"/>
              <a:gd name="connsiteY18" fmla="*/ 20137 h 163630"/>
              <a:gd name="connsiteX19" fmla="*/ 20137 w 248739"/>
              <a:gd name="connsiteY19" fmla="*/ 105752 h 163630"/>
              <a:gd name="connsiteX20" fmla="*/ 7599 w 248739"/>
              <a:gd name="connsiteY20" fmla="*/ 105752 h 163630"/>
              <a:gd name="connsiteX21" fmla="*/ 0 w 248739"/>
              <a:gd name="connsiteY21" fmla="*/ 146026 h 163630"/>
              <a:gd name="connsiteX22" fmla="*/ 5066 w 248739"/>
              <a:gd name="connsiteY22" fmla="*/ 146026 h 163630"/>
              <a:gd name="connsiteX23" fmla="*/ 7599 w 248739"/>
              <a:gd name="connsiteY23" fmla="*/ 141088 h 163630"/>
              <a:gd name="connsiteX24" fmla="*/ 7599 w 248739"/>
              <a:gd name="connsiteY24" fmla="*/ 146026 h 163630"/>
              <a:gd name="connsiteX25" fmla="*/ 15071 w 248739"/>
              <a:gd name="connsiteY25" fmla="*/ 148559 h 163630"/>
              <a:gd name="connsiteX26" fmla="*/ 17604 w 248739"/>
              <a:gd name="connsiteY26" fmla="*/ 143493 h 163630"/>
              <a:gd name="connsiteX27" fmla="*/ 17604 w 248739"/>
              <a:gd name="connsiteY27" fmla="*/ 148559 h 163630"/>
              <a:gd name="connsiteX28" fmla="*/ 20137 w 248739"/>
              <a:gd name="connsiteY28" fmla="*/ 148559 h 163630"/>
              <a:gd name="connsiteX29" fmla="*/ 20137 w 248739"/>
              <a:gd name="connsiteY29" fmla="*/ 128422 h 163630"/>
              <a:gd name="connsiteX30" fmla="*/ 22670 w 248739"/>
              <a:gd name="connsiteY30" fmla="*/ 146026 h 163630"/>
              <a:gd name="connsiteX31" fmla="*/ 27736 w 248739"/>
              <a:gd name="connsiteY31" fmla="*/ 146026 h 163630"/>
              <a:gd name="connsiteX32" fmla="*/ 20137 w 248739"/>
              <a:gd name="connsiteY32" fmla="*/ 105752 h 16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8739" h="163630">
                <a:moveTo>
                  <a:pt x="45340" y="146026"/>
                </a:moveTo>
                <a:cubicBezTo>
                  <a:pt x="75483" y="146026"/>
                  <a:pt x="105626" y="151093"/>
                  <a:pt x="133235" y="163631"/>
                </a:cubicBezTo>
                <a:cubicBezTo>
                  <a:pt x="160845" y="151093"/>
                  <a:pt x="188454" y="143493"/>
                  <a:pt x="218597" y="143493"/>
                </a:cubicBezTo>
                <a:cubicBezTo>
                  <a:pt x="218597" y="58005"/>
                  <a:pt x="218597" y="58005"/>
                  <a:pt x="218597" y="58005"/>
                </a:cubicBezTo>
                <a:cubicBezTo>
                  <a:pt x="133235" y="70544"/>
                  <a:pt x="133235" y="70544"/>
                  <a:pt x="133235" y="70544"/>
                </a:cubicBezTo>
                <a:cubicBezTo>
                  <a:pt x="45340" y="58005"/>
                  <a:pt x="45340" y="58005"/>
                  <a:pt x="45340" y="58005"/>
                </a:cubicBezTo>
                <a:cubicBezTo>
                  <a:pt x="45340" y="146026"/>
                  <a:pt x="45340" y="146026"/>
                  <a:pt x="45340" y="146026"/>
                </a:cubicBezTo>
                <a:moveTo>
                  <a:pt x="248739" y="20137"/>
                </a:moveTo>
                <a:cubicBezTo>
                  <a:pt x="248739" y="42807"/>
                  <a:pt x="248739" y="42807"/>
                  <a:pt x="248739" y="42807"/>
                </a:cubicBezTo>
                <a:cubicBezTo>
                  <a:pt x="133235" y="60539"/>
                  <a:pt x="133235" y="60539"/>
                  <a:pt x="133235" y="60539"/>
                </a:cubicBezTo>
                <a:cubicBezTo>
                  <a:pt x="17604" y="42807"/>
                  <a:pt x="17604" y="42807"/>
                  <a:pt x="17604" y="42807"/>
                </a:cubicBezTo>
                <a:cubicBezTo>
                  <a:pt x="17604" y="85615"/>
                  <a:pt x="17604" y="85615"/>
                  <a:pt x="17604" y="85615"/>
                </a:cubicBezTo>
                <a:cubicBezTo>
                  <a:pt x="20137" y="88148"/>
                  <a:pt x="22670" y="90681"/>
                  <a:pt x="22670" y="93214"/>
                </a:cubicBezTo>
                <a:cubicBezTo>
                  <a:pt x="22670" y="98280"/>
                  <a:pt x="17604" y="103219"/>
                  <a:pt x="12665" y="103219"/>
                </a:cubicBezTo>
                <a:cubicBezTo>
                  <a:pt x="10132" y="103219"/>
                  <a:pt x="5066" y="98280"/>
                  <a:pt x="5066" y="93214"/>
                </a:cubicBezTo>
                <a:cubicBezTo>
                  <a:pt x="5066" y="90681"/>
                  <a:pt x="7599" y="88148"/>
                  <a:pt x="10132" y="85615"/>
                </a:cubicBezTo>
                <a:cubicBezTo>
                  <a:pt x="10132" y="62945"/>
                  <a:pt x="10132" y="42807"/>
                  <a:pt x="10132" y="20137"/>
                </a:cubicBezTo>
                <a:cubicBezTo>
                  <a:pt x="133235" y="0"/>
                  <a:pt x="133235" y="0"/>
                  <a:pt x="133235" y="0"/>
                </a:cubicBezTo>
                <a:cubicBezTo>
                  <a:pt x="248739" y="20137"/>
                  <a:pt x="248739" y="20137"/>
                  <a:pt x="248739" y="20137"/>
                </a:cubicBezTo>
                <a:moveTo>
                  <a:pt x="20137" y="105752"/>
                </a:moveTo>
                <a:cubicBezTo>
                  <a:pt x="15071" y="108285"/>
                  <a:pt x="12665" y="108285"/>
                  <a:pt x="7599" y="105752"/>
                </a:cubicBezTo>
                <a:cubicBezTo>
                  <a:pt x="5066" y="118417"/>
                  <a:pt x="2533" y="130955"/>
                  <a:pt x="0" y="146026"/>
                </a:cubicBezTo>
                <a:cubicBezTo>
                  <a:pt x="2533" y="146026"/>
                  <a:pt x="5066" y="146026"/>
                  <a:pt x="5066" y="146026"/>
                </a:cubicBezTo>
                <a:cubicBezTo>
                  <a:pt x="7599" y="141088"/>
                  <a:pt x="7599" y="141088"/>
                  <a:pt x="7599" y="141088"/>
                </a:cubicBezTo>
                <a:cubicBezTo>
                  <a:pt x="7599" y="146026"/>
                  <a:pt x="7599" y="146026"/>
                  <a:pt x="7599" y="146026"/>
                </a:cubicBezTo>
                <a:cubicBezTo>
                  <a:pt x="10132" y="148559"/>
                  <a:pt x="12665" y="148559"/>
                  <a:pt x="15071" y="148559"/>
                </a:cubicBezTo>
                <a:cubicBezTo>
                  <a:pt x="17604" y="143493"/>
                  <a:pt x="17604" y="143493"/>
                  <a:pt x="17604" y="143493"/>
                </a:cubicBezTo>
                <a:cubicBezTo>
                  <a:pt x="17604" y="148559"/>
                  <a:pt x="17604" y="148559"/>
                  <a:pt x="17604" y="148559"/>
                </a:cubicBezTo>
                <a:lnTo>
                  <a:pt x="20137" y="148559"/>
                </a:lnTo>
                <a:cubicBezTo>
                  <a:pt x="20137" y="128422"/>
                  <a:pt x="20137" y="128422"/>
                  <a:pt x="20137" y="128422"/>
                </a:cubicBezTo>
                <a:cubicBezTo>
                  <a:pt x="22670" y="146026"/>
                  <a:pt x="22670" y="146026"/>
                  <a:pt x="22670" y="146026"/>
                </a:cubicBezTo>
                <a:cubicBezTo>
                  <a:pt x="25203" y="146026"/>
                  <a:pt x="25203" y="146026"/>
                  <a:pt x="27736" y="146026"/>
                </a:cubicBezTo>
                <a:cubicBezTo>
                  <a:pt x="25203" y="130955"/>
                  <a:pt x="22670" y="118417"/>
                  <a:pt x="20137" y="105752"/>
                </a:cubicBezTo>
              </a:path>
            </a:pathLst>
          </a:custGeom>
          <a:solidFill>
            <a:schemeClr val="bg1"/>
          </a:solidFill>
          <a:ln w="96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图形 28" descr="授课技能"/>
          <p:cNvSpPr/>
          <p:nvPr/>
        </p:nvSpPr>
        <p:spPr>
          <a:xfrm>
            <a:off x="4632198" y="5409053"/>
            <a:ext cx="182680" cy="182680"/>
          </a:xfrm>
          <a:custGeom>
            <a:avLst/>
            <a:gdLst>
              <a:gd name="connsiteX0" fmla="*/ 155815 w 182680"/>
              <a:gd name="connsiteY0" fmla="*/ 0 h 182680"/>
              <a:gd name="connsiteX1" fmla="*/ 26864 w 182680"/>
              <a:gd name="connsiteY1" fmla="*/ 0 h 182680"/>
              <a:gd name="connsiteX2" fmla="*/ 0 w 182680"/>
              <a:gd name="connsiteY2" fmla="*/ 26864 h 182680"/>
              <a:gd name="connsiteX3" fmla="*/ 0 w 182680"/>
              <a:gd name="connsiteY3" fmla="*/ 155815 h 182680"/>
              <a:gd name="connsiteX4" fmla="*/ 26864 w 182680"/>
              <a:gd name="connsiteY4" fmla="*/ 182680 h 182680"/>
              <a:gd name="connsiteX5" fmla="*/ 155815 w 182680"/>
              <a:gd name="connsiteY5" fmla="*/ 182680 h 182680"/>
              <a:gd name="connsiteX6" fmla="*/ 182680 w 182680"/>
              <a:gd name="connsiteY6" fmla="*/ 155815 h 182680"/>
              <a:gd name="connsiteX7" fmla="*/ 182680 w 182680"/>
              <a:gd name="connsiteY7" fmla="*/ 26864 h 182680"/>
              <a:gd name="connsiteX8" fmla="*/ 155815 w 182680"/>
              <a:gd name="connsiteY8" fmla="*/ 0 h 182680"/>
              <a:gd name="connsiteX9" fmla="*/ 91877 w 182680"/>
              <a:gd name="connsiteY9" fmla="*/ 25253 h 182680"/>
              <a:gd name="connsiteX10" fmla="*/ 107459 w 182680"/>
              <a:gd name="connsiteY10" fmla="*/ 40834 h 182680"/>
              <a:gd name="connsiteX11" fmla="*/ 91877 w 182680"/>
              <a:gd name="connsiteY11" fmla="*/ 56416 h 182680"/>
              <a:gd name="connsiteX12" fmla="*/ 76295 w 182680"/>
              <a:gd name="connsiteY12" fmla="*/ 40834 h 182680"/>
              <a:gd name="connsiteX13" fmla="*/ 91877 w 182680"/>
              <a:gd name="connsiteY13" fmla="*/ 25253 h 182680"/>
              <a:gd name="connsiteX14" fmla="*/ 95639 w 182680"/>
              <a:gd name="connsiteY14" fmla="*/ 61789 h 182680"/>
              <a:gd name="connsiteX15" fmla="*/ 93489 w 182680"/>
              <a:gd name="connsiteY15" fmla="*/ 66087 h 182680"/>
              <a:gd name="connsiteX16" fmla="*/ 91340 w 182680"/>
              <a:gd name="connsiteY16" fmla="*/ 66087 h 182680"/>
              <a:gd name="connsiteX17" fmla="*/ 89191 w 182680"/>
              <a:gd name="connsiteY17" fmla="*/ 66087 h 182680"/>
              <a:gd name="connsiteX18" fmla="*/ 87041 w 182680"/>
              <a:gd name="connsiteY18" fmla="*/ 61789 h 182680"/>
              <a:gd name="connsiteX19" fmla="*/ 91340 w 182680"/>
              <a:gd name="connsiteY19" fmla="*/ 59640 h 182680"/>
              <a:gd name="connsiteX20" fmla="*/ 95639 w 182680"/>
              <a:gd name="connsiteY20" fmla="*/ 61789 h 182680"/>
              <a:gd name="connsiteX21" fmla="*/ 60177 w 182680"/>
              <a:gd name="connsiteY21" fmla="*/ 70923 h 182680"/>
              <a:gd name="connsiteX22" fmla="*/ 68237 w 182680"/>
              <a:gd name="connsiteY22" fmla="*/ 63401 h 182680"/>
              <a:gd name="connsiteX23" fmla="*/ 82743 w 182680"/>
              <a:gd name="connsiteY23" fmla="*/ 61789 h 182680"/>
              <a:gd name="connsiteX24" fmla="*/ 87041 w 182680"/>
              <a:gd name="connsiteY24" fmla="*/ 77908 h 182680"/>
              <a:gd name="connsiteX25" fmla="*/ 89191 w 182680"/>
              <a:gd name="connsiteY25" fmla="*/ 68774 h 182680"/>
              <a:gd name="connsiteX26" fmla="*/ 93489 w 182680"/>
              <a:gd name="connsiteY26" fmla="*/ 68774 h 182680"/>
              <a:gd name="connsiteX27" fmla="*/ 95639 w 182680"/>
              <a:gd name="connsiteY27" fmla="*/ 77908 h 182680"/>
              <a:gd name="connsiteX28" fmla="*/ 99937 w 182680"/>
              <a:gd name="connsiteY28" fmla="*/ 61789 h 182680"/>
              <a:gd name="connsiteX29" fmla="*/ 114981 w 182680"/>
              <a:gd name="connsiteY29" fmla="*/ 63401 h 182680"/>
              <a:gd name="connsiteX30" fmla="*/ 123041 w 182680"/>
              <a:gd name="connsiteY30" fmla="*/ 70923 h 182680"/>
              <a:gd name="connsiteX31" fmla="*/ 125189 w 182680"/>
              <a:gd name="connsiteY31" fmla="*/ 84892 h 182680"/>
              <a:gd name="connsiteX32" fmla="*/ 56954 w 182680"/>
              <a:gd name="connsiteY32" fmla="*/ 84892 h 182680"/>
              <a:gd name="connsiteX33" fmla="*/ 60177 w 182680"/>
              <a:gd name="connsiteY33" fmla="*/ 70923 h 182680"/>
              <a:gd name="connsiteX34" fmla="*/ 106576 w 182680"/>
              <a:gd name="connsiteY34" fmla="*/ 157428 h 182680"/>
              <a:gd name="connsiteX35" fmla="*/ 75669 w 182680"/>
              <a:gd name="connsiteY35" fmla="*/ 157428 h 182680"/>
              <a:gd name="connsiteX36" fmla="*/ 67416 w 182680"/>
              <a:gd name="connsiteY36" fmla="*/ 150041 h 182680"/>
              <a:gd name="connsiteX37" fmla="*/ 63938 w 182680"/>
              <a:gd name="connsiteY37" fmla="*/ 118742 h 182680"/>
              <a:gd name="connsiteX38" fmla="*/ 118742 w 182680"/>
              <a:gd name="connsiteY38" fmla="*/ 118742 h 182680"/>
              <a:gd name="connsiteX39" fmla="*/ 114815 w 182680"/>
              <a:gd name="connsiteY39" fmla="*/ 150154 h 182680"/>
              <a:gd name="connsiteX40" fmla="*/ 106576 w 182680"/>
              <a:gd name="connsiteY40" fmla="*/ 157428 h 182680"/>
              <a:gd name="connsiteX41" fmla="*/ 131099 w 182680"/>
              <a:gd name="connsiteY41" fmla="*/ 106385 h 182680"/>
              <a:gd name="connsiteX42" fmla="*/ 123041 w 182680"/>
              <a:gd name="connsiteY42" fmla="*/ 113906 h 182680"/>
              <a:gd name="connsiteX43" fmla="*/ 59640 w 182680"/>
              <a:gd name="connsiteY43" fmla="*/ 113906 h 182680"/>
              <a:gd name="connsiteX44" fmla="*/ 51580 w 182680"/>
              <a:gd name="connsiteY44" fmla="*/ 106385 h 182680"/>
              <a:gd name="connsiteX45" fmla="*/ 50506 w 182680"/>
              <a:gd name="connsiteY45" fmla="*/ 95639 h 182680"/>
              <a:gd name="connsiteX46" fmla="*/ 54804 w 182680"/>
              <a:gd name="connsiteY46" fmla="*/ 91340 h 182680"/>
              <a:gd name="connsiteX47" fmla="*/ 127339 w 182680"/>
              <a:gd name="connsiteY47" fmla="*/ 91340 h 182680"/>
              <a:gd name="connsiteX48" fmla="*/ 131637 w 182680"/>
              <a:gd name="connsiteY48" fmla="*/ 95639 h 182680"/>
              <a:gd name="connsiteX49" fmla="*/ 131099 w 182680"/>
              <a:gd name="connsiteY49" fmla="*/ 106385 h 18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82680" h="182680">
                <a:moveTo>
                  <a:pt x="155815" y="0"/>
                </a:moveTo>
                <a:lnTo>
                  <a:pt x="26864" y="0"/>
                </a:lnTo>
                <a:cubicBezTo>
                  <a:pt x="11820" y="0"/>
                  <a:pt x="0" y="11820"/>
                  <a:pt x="0" y="26864"/>
                </a:cubicBezTo>
                <a:lnTo>
                  <a:pt x="0" y="155815"/>
                </a:lnTo>
                <a:cubicBezTo>
                  <a:pt x="0" y="170859"/>
                  <a:pt x="11820" y="182680"/>
                  <a:pt x="26864" y="182680"/>
                </a:cubicBezTo>
                <a:lnTo>
                  <a:pt x="155815" y="182680"/>
                </a:lnTo>
                <a:cubicBezTo>
                  <a:pt x="170859" y="182680"/>
                  <a:pt x="182680" y="170859"/>
                  <a:pt x="182680" y="155815"/>
                </a:cubicBezTo>
                <a:lnTo>
                  <a:pt x="182680" y="26864"/>
                </a:lnTo>
                <a:cubicBezTo>
                  <a:pt x="182680" y="11820"/>
                  <a:pt x="170859" y="0"/>
                  <a:pt x="155815" y="0"/>
                </a:cubicBezTo>
                <a:moveTo>
                  <a:pt x="91877" y="25253"/>
                </a:moveTo>
                <a:cubicBezTo>
                  <a:pt x="100475" y="25253"/>
                  <a:pt x="107459" y="32237"/>
                  <a:pt x="107459" y="40834"/>
                </a:cubicBezTo>
                <a:cubicBezTo>
                  <a:pt x="107459" y="49431"/>
                  <a:pt x="100475" y="56416"/>
                  <a:pt x="91877" y="56416"/>
                </a:cubicBezTo>
                <a:cubicBezTo>
                  <a:pt x="83281" y="56416"/>
                  <a:pt x="76295" y="49431"/>
                  <a:pt x="76295" y="40834"/>
                </a:cubicBezTo>
                <a:cubicBezTo>
                  <a:pt x="76295" y="32237"/>
                  <a:pt x="83281" y="25253"/>
                  <a:pt x="91877" y="25253"/>
                </a:cubicBezTo>
                <a:moveTo>
                  <a:pt x="95639" y="61789"/>
                </a:moveTo>
                <a:cubicBezTo>
                  <a:pt x="95639" y="63401"/>
                  <a:pt x="94027" y="65550"/>
                  <a:pt x="93489" y="66087"/>
                </a:cubicBezTo>
                <a:cubicBezTo>
                  <a:pt x="92952" y="66624"/>
                  <a:pt x="92415" y="66087"/>
                  <a:pt x="91340" y="66087"/>
                </a:cubicBezTo>
                <a:cubicBezTo>
                  <a:pt x="90265" y="66087"/>
                  <a:pt x="89728" y="66624"/>
                  <a:pt x="89191" y="66087"/>
                </a:cubicBezTo>
                <a:cubicBezTo>
                  <a:pt x="88654" y="65550"/>
                  <a:pt x="87041" y="62863"/>
                  <a:pt x="87041" y="61789"/>
                </a:cubicBezTo>
                <a:cubicBezTo>
                  <a:pt x="87041" y="60177"/>
                  <a:pt x="89728" y="59640"/>
                  <a:pt x="91340" y="59640"/>
                </a:cubicBezTo>
                <a:cubicBezTo>
                  <a:pt x="92952" y="59640"/>
                  <a:pt x="95639" y="60177"/>
                  <a:pt x="95639" y="61789"/>
                </a:cubicBezTo>
                <a:moveTo>
                  <a:pt x="60177" y="70923"/>
                </a:moveTo>
                <a:cubicBezTo>
                  <a:pt x="61251" y="67162"/>
                  <a:pt x="63938" y="64475"/>
                  <a:pt x="68237" y="63401"/>
                </a:cubicBezTo>
                <a:lnTo>
                  <a:pt x="82743" y="61789"/>
                </a:lnTo>
                <a:lnTo>
                  <a:pt x="87041" y="77908"/>
                </a:lnTo>
                <a:lnTo>
                  <a:pt x="89191" y="68774"/>
                </a:lnTo>
                <a:lnTo>
                  <a:pt x="93489" y="68774"/>
                </a:lnTo>
                <a:lnTo>
                  <a:pt x="95639" y="77908"/>
                </a:lnTo>
                <a:lnTo>
                  <a:pt x="99937" y="61789"/>
                </a:lnTo>
                <a:lnTo>
                  <a:pt x="114981" y="63401"/>
                </a:lnTo>
                <a:cubicBezTo>
                  <a:pt x="118742" y="63938"/>
                  <a:pt x="121966" y="66624"/>
                  <a:pt x="123041" y="70923"/>
                </a:cubicBezTo>
                <a:lnTo>
                  <a:pt x="125189" y="84892"/>
                </a:lnTo>
                <a:lnTo>
                  <a:pt x="56954" y="84892"/>
                </a:lnTo>
                <a:lnTo>
                  <a:pt x="60177" y="70923"/>
                </a:lnTo>
                <a:moveTo>
                  <a:pt x="106576" y="157428"/>
                </a:moveTo>
                <a:lnTo>
                  <a:pt x="75669" y="157428"/>
                </a:lnTo>
                <a:cubicBezTo>
                  <a:pt x="71438" y="157428"/>
                  <a:pt x="67883" y="154247"/>
                  <a:pt x="67416" y="150041"/>
                </a:cubicBezTo>
                <a:lnTo>
                  <a:pt x="63938" y="118742"/>
                </a:lnTo>
                <a:lnTo>
                  <a:pt x="118742" y="118742"/>
                </a:lnTo>
                <a:lnTo>
                  <a:pt x="114815" y="150154"/>
                </a:lnTo>
                <a:cubicBezTo>
                  <a:pt x="114296" y="154310"/>
                  <a:pt x="110763" y="157428"/>
                  <a:pt x="106576" y="157428"/>
                </a:cubicBezTo>
                <a:moveTo>
                  <a:pt x="131099" y="106385"/>
                </a:moveTo>
                <a:cubicBezTo>
                  <a:pt x="130563" y="110145"/>
                  <a:pt x="126802" y="113906"/>
                  <a:pt x="123041" y="113906"/>
                </a:cubicBezTo>
                <a:lnTo>
                  <a:pt x="59640" y="113906"/>
                </a:lnTo>
                <a:cubicBezTo>
                  <a:pt x="55878" y="113906"/>
                  <a:pt x="52118" y="110145"/>
                  <a:pt x="51580" y="106385"/>
                </a:cubicBezTo>
                <a:lnTo>
                  <a:pt x="50506" y="95639"/>
                </a:lnTo>
                <a:cubicBezTo>
                  <a:pt x="50506" y="93489"/>
                  <a:pt x="52655" y="91340"/>
                  <a:pt x="54804" y="91340"/>
                </a:cubicBezTo>
                <a:lnTo>
                  <a:pt x="127339" y="91340"/>
                </a:lnTo>
                <a:cubicBezTo>
                  <a:pt x="129488" y="91340"/>
                  <a:pt x="132175" y="93489"/>
                  <a:pt x="131637" y="95639"/>
                </a:cubicBezTo>
                <a:lnTo>
                  <a:pt x="131099" y="106385"/>
                </a:lnTo>
              </a:path>
            </a:pathLst>
          </a:custGeom>
          <a:solidFill>
            <a:schemeClr val="bg1"/>
          </a:solidFill>
          <a:ln w="70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店铺-紫色款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347B5"/>
      </a:accent1>
      <a:accent2>
        <a:srgbClr val="9933FF"/>
      </a:accent2>
      <a:accent3>
        <a:srgbClr val="7A04FC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宽屏</PresentationFormat>
  <Paragraphs>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zhebble@163.com</dc:creator>
  <cp:lastModifiedBy>Z</cp:lastModifiedBy>
  <cp:revision>52</cp:revision>
  <dcterms:created xsi:type="dcterms:W3CDTF">2025-04-13T12:56:00Z</dcterms:created>
  <dcterms:modified xsi:type="dcterms:W3CDTF">2026-03-12T08:44:40Z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319D0C3446FD4E00B392FF362E47C046_12</vt:lpwstr>
  </property>
  <property fmtid="{D5CDD505-2E9C-101B-9397-08002B2CF9AE}" pid="3" name="KSOProductBuildVer">
    <vt:lpwstr>2052-12.1.0.23542</vt:lpwstr>
  </property>
</Properties>
</file>